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Banking System Flowchart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0" y="1371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0" y="22860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Login / Create Account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32004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Validate 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41148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Valid User?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5029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Show Menu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59436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Select Operation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8580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Deposit / Withdraw / Balance / Transfer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77724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Process Operation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86868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Return to Menu?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9601200"/>
            <a:ext cx="1828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